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Fig. 1: Cross-Domain k Comparison</a:t>
            </a:r>
          </a:p>
        </p:txBody>
      </p:sp>
      <p:pic>
        <p:nvPicPr>
          <p:cNvPr id="3" name="Picture 2" descr="fig11_cross_domain_k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Weibull shape parameters (k) with 95% CI across all 28 datasets and 5 domains.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Fig. 12: Hazard Pattern Taxonomy</a:t>
            </a:r>
          </a:p>
        </p:txBody>
      </p:sp>
      <p:pic>
        <p:nvPicPr>
          <p:cNvPr id="3" name="Picture 2" descr="fig12_hazard_taxon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Domain-specific hazard functions and summary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Fig. 2: HIV/ART Retention &amp; Hazard</a:t>
            </a:r>
          </a:p>
        </p:txBody>
      </p:sp>
      <p:pic>
        <p:nvPicPr>
          <p:cNvPr id="3" name="Picture 2" descr="fig1_hiv_art_treatment_discontinuation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Retention curves with Weibull fits and hazard functions, 5 IeDEA regions.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Fig. 3: HIV/ART Weibull Probability Plot</a:t>
            </a:r>
          </a:p>
        </p:txBody>
      </p:sp>
      <p:pic>
        <p:nvPicPr>
          <p:cNvPr id="3" name="Picture 2" descr="fig2_hiv_art_treatment_discontinuation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Linearised goodness-of-fit assessment for HIV/ART datasets.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Fig. 4: Antipsychotic Retention &amp; Hazard</a:t>
            </a:r>
          </a:p>
        </p:txBody>
      </p:sp>
      <p:pic>
        <p:nvPicPr>
          <p:cNvPr id="3" name="Picture 2" descr="fig3_antipsychotic_medication_discontinuation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CATIE, EUFEST, and Finnish cohort retention curves and hazard functions.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Fig. 5: Antipsychotic Weibull Probability Plot</a:t>
            </a:r>
          </a:p>
        </p:txBody>
      </p:sp>
      <p:pic>
        <p:nvPicPr>
          <p:cNvPr id="3" name="Picture 2" descr="fig4_antipsychotic_medication_discontinuation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Linearised goodness-of-fit for antipsychotic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Fig. 6: Substance Use Retention &amp; Hazard</a:t>
            </a:r>
          </a:p>
        </p:txBody>
      </p:sp>
      <p:pic>
        <p:nvPicPr>
          <p:cNvPr id="3" name="Picture 2" descr="fig5_substance_use_disorder_treatment_dropou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Substance-specific retention curves and hazard functions.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Fig. 7: Substance Use Weibull Probability Plot</a:t>
            </a:r>
          </a:p>
        </p:txBody>
      </p:sp>
      <p:pic>
        <p:nvPicPr>
          <p:cNvPr id="3" name="Picture 2" descr="fig6_substance_use_disorder_treatment_dropout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Linearised goodness-of-fit for substance use datasets.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Fig. 8: Cardiac Rehab Retention &amp; Hazard</a:t>
            </a:r>
          </a:p>
        </p:txBody>
      </p:sp>
      <p:pic>
        <p:nvPicPr>
          <p:cNvPr id="3" name="Picture 2" descr="fig7_cardiac_rehabilitation_dropou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Phase-specific and indication-specific retention and hazard.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Fig. 9: Cardiac Rehab Weibull Probability Plot</a:t>
            </a:r>
          </a:p>
        </p:txBody>
      </p:sp>
      <p:pic>
        <p:nvPicPr>
          <p:cNvPr id="3" name="Picture 2" descr="fig8_cardiac_rehabilitation_dropout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Linearised goodness-of-fit for cardiac rehab datasets.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Fig. 10: Clinical Trial Retention &amp; Hazard</a:t>
            </a:r>
          </a:p>
        </p:txBody>
      </p:sp>
      <p:pic>
        <p:nvPicPr>
          <p:cNvPr id="3" name="Picture 2" descr="fig9_clinical_trial_participant_dropout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Therapeutic area-specific trial dropout and hazard functions.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Fig. 11: Clinical Trial Weibull Probability Plot</a:t>
            </a:r>
          </a:p>
        </p:txBody>
      </p:sp>
      <p:pic>
        <p:nvPicPr>
          <p:cNvPr id="3" name="Picture 2" descr="fig10_clinical_trial_participant_dropout_prob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1264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Linearised goodness-of-fit for clinical trial datasets.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